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8288000" cy="10287000"/>
  <p:notesSz cx="6858000" cy="9144000"/>
  <p:embeddedFontLst>
    <p:embeddedFont>
      <p:font typeface="Aileron" panose="020B0604020202020204" charset="0"/>
      <p:regular r:id="rId10"/>
    </p:embeddedFont>
    <p:embeddedFont>
      <p:font typeface="Aileron Bold" panose="020B0604020202020204" charset="0"/>
      <p:regular r:id="rId11"/>
    </p:embeddedFont>
    <p:embeddedFont>
      <p:font typeface="Aileron Bold Italics" panose="020B0604020202020204" charset="0"/>
      <p:regular r:id="rId12"/>
    </p:embeddedFont>
    <p:embeddedFont>
      <p:font typeface="Montserrat" panose="00000500000000000000" pitchFamily="2" charset="0"/>
      <p:regular r:id="rId13"/>
    </p:embeddedFont>
    <p:embeddedFont>
      <p:font typeface="Montserrat Bold" panose="00000800000000000000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-514145" y="0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 flipH="1" flipV="1">
            <a:off x="-1748364" y="8843932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3747997" y="3224915"/>
            <a:ext cx="10792006" cy="1955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69"/>
              </a:lnSpc>
            </a:pPr>
            <a:r>
              <a:rPr lang="en-US" sz="13990" b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Evaluación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39512" y="5184737"/>
            <a:ext cx="3808976" cy="204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39"/>
              </a:lnSpc>
            </a:pPr>
            <a:r>
              <a:rPr lang="en-US" sz="14616" b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web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-1050468" y="1355173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0" y="8152992"/>
            <a:ext cx="5491665" cy="567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  <a:spcBef>
                <a:spcPct val="0"/>
              </a:spcBef>
            </a:pPr>
            <a:r>
              <a:rPr lang="en-US" sz="1657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Nombres: </a:t>
            </a:r>
            <a:r>
              <a:rPr lang="en-US" sz="165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Walter Valenzuela, Alex García, Felipe Henríquez, Neiza funes, Alexis Tapia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4196550" y="4471862"/>
            <a:ext cx="9894900" cy="182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esta presentación nos encargaremos de explicar e ilustrar con imágenes de nuestro proyecto, los cambios y mejoras aplicados en la evaluación (umm), con el fin de dar un visión clara y realista de nuestro conocimiento.</a:t>
            </a: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5802770" y="2895030"/>
            <a:ext cx="5746950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Introducción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 flipH="1" flipV="1">
            <a:off x="12577560" y="6283145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3803219" y="1881186"/>
            <a:ext cx="9894900" cy="754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4" lvl="1" indent="-280672" algn="just">
              <a:lnSpc>
                <a:spcPts val="4004"/>
              </a:lnSpc>
              <a:buFont typeface="Arial"/>
              <a:buChar char="•"/>
            </a:pP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Modificación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estilo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  <a:p>
            <a:pPr algn="just">
              <a:lnSpc>
                <a:spcPts val="4004"/>
              </a:lnSpc>
            </a:pP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este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apartado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modifico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color del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fondo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de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botones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siendo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fondo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color (Negro), y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botones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color (Rojo)</a:t>
            </a:r>
          </a:p>
          <a:p>
            <a:pPr marL="561344" lvl="1" indent="-280672" algn="l">
              <a:lnSpc>
                <a:spcPts val="4004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Validar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tiempo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real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datos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ingrese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cada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usuario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microconsultas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la base de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datos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marca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color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verde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las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condiciones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están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correctas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de lo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contrario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se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marca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color rojo) y ( se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herramientas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elementos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DOM para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modificarlos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respectivas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incluirlos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prompt)</a:t>
            </a:r>
          </a:p>
          <a:p>
            <a:pPr marL="561344" lvl="1" indent="-280672" algn="l">
              <a:lnSpc>
                <a:spcPts val="4004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agregó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un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</a:t>
            </a:r>
            <a:r>
              <a:rPr lang="en-US" sz="2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26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contraseñas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guardandolas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una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base de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sin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incriptación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>
              <a:lnSpc>
                <a:spcPts val="4004"/>
              </a:lnSpc>
            </a:pPr>
            <a:endParaRPr lang="en-US" sz="2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004"/>
              </a:lnSpc>
            </a:pPr>
            <a:endParaRPr lang="en-US" sz="2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004"/>
              </a:lnSpc>
            </a:pP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9" name="Freeform 9"/>
          <p:cNvSpPr/>
          <p:nvPr/>
        </p:nvSpPr>
        <p:spPr>
          <a:xfrm>
            <a:off x="4937828" y="132272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5242158" y="452310"/>
            <a:ext cx="8333857" cy="81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5800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Mejoras y Cambios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 flipH="1">
            <a:off x="-1168815" y="2794762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5075870" y="313046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8"/>
                </a:lnTo>
                <a:lnTo>
                  <a:pt x="0" y="1409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1376310" y="2951351"/>
            <a:ext cx="7767690" cy="4628297"/>
          </a:xfrm>
          <a:custGeom>
            <a:avLst/>
            <a:gdLst/>
            <a:ahLst/>
            <a:cxnLst/>
            <a:rect l="l" t="t" r="r" b="b"/>
            <a:pathLst>
              <a:path w="7767690" h="4628297">
                <a:moveTo>
                  <a:pt x="0" y="0"/>
                </a:moveTo>
                <a:lnTo>
                  <a:pt x="7767690" y="0"/>
                </a:lnTo>
                <a:lnTo>
                  <a:pt x="7767690" y="4628296"/>
                </a:lnTo>
                <a:lnTo>
                  <a:pt x="0" y="4628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rnd">
            <a:solidFill>
              <a:srgbClr val="D9161C"/>
            </a:solidFill>
            <a:prstDash val="dash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9457457" y="2435461"/>
            <a:ext cx="6417055" cy="6148933"/>
          </a:xfrm>
          <a:custGeom>
            <a:avLst/>
            <a:gdLst/>
            <a:ahLst/>
            <a:cxnLst/>
            <a:rect l="l" t="t" r="r" b="b"/>
            <a:pathLst>
              <a:path w="6417055" h="6148933">
                <a:moveTo>
                  <a:pt x="0" y="0"/>
                </a:moveTo>
                <a:lnTo>
                  <a:pt x="6417055" y="0"/>
                </a:lnTo>
                <a:lnTo>
                  <a:pt x="6417055" y="6148933"/>
                </a:lnTo>
                <a:lnTo>
                  <a:pt x="0" y="6148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28575" cap="rnd">
            <a:solidFill>
              <a:srgbClr val="D9161C"/>
            </a:solidFill>
            <a:prstDash val="lgDash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6890497" y="607945"/>
            <a:ext cx="5500573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 i="1">
                <a:solidFill>
                  <a:srgbClr val="FCFEFF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Evidencias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99CB8-5514-10E6-6813-1D8759C94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E3849A-AA7C-5156-A8BF-94B978E90FE5}"/>
              </a:ext>
            </a:extLst>
          </p:cNvPr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F1243A6-144F-B183-1FBF-B0281C59F4B5}"/>
              </a:ext>
            </a:extLst>
          </p:cNvPr>
          <p:cNvSpPr/>
          <p:nvPr/>
        </p:nvSpPr>
        <p:spPr>
          <a:xfrm flipH="1">
            <a:off x="-1168815" y="2794762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872DCF4-74C8-4AF4-F4C2-CCE4E6A57217}"/>
              </a:ext>
            </a:extLst>
          </p:cNvPr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8D326FC-2DEE-A001-3997-7A1442FB59CC}"/>
              </a:ext>
            </a:extLst>
          </p:cNvPr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D50D71A-1367-C537-B648-3B730CF1C965}"/>
              </a:ext>
            </a:extLst>
          </p:cNvPr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E2CEB39-58C3-0D9B-D953-DB86D7A8CB83}"/>
              </a:ext>
            </a:extLst>
          </p:cNvPr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3CEB6FC-4A41-603D-D424-6A45CA9F1C18}"/>
              </a:ext>
            </a:extLst>
          </p:cNvPr>
          <p:cNvSpPr/>
          <p:nvPr/>
        </p:nvSpPr>
        <p:spPr>
          <a:xfrm>
            <a:off x="5075870" y="313046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8"/>
                </a:lnTo>
                <a:lnTo>
                  <a:pt x="0" y="1409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8FE4099-0E88-9885-4650-C4D79D248686}"/>
              </a:ext>
            </a:extLst>
          </p:cNvPr>
          <p:cNvSpPr txBox="1"/>
          <p:nvPr/>
        </p:nvSpPr>
        <p:spPr>
          <a:xfrm>
            <a:off x="6890497" y="607945"/>
            <a:ext cx="5500573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 i="1">
                <a:solidFill>
                  <a:srgbClr val="FCFEFF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Evidencias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5449019-11AA-D728-A5A7-BC98B8C95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9" y="2498107"/>
            <a:ext cx="9678239" cy="5913632"/>
          </a:xfrm>
          <a:prstGeom prst="rect">
            <a:avLst/>
          </a:prstGeom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A87B4139-AC4C-09A1-68D3-C62808ADD4A8}"/>
              </a:ext>
            </a:extLst>
          </p:cNvPr>
          <p:cNvSpPr txBox="1"/>
          <p:nvPr/>
        </p:nvSpPr>
        <p:spPr>
          <a:xfrm>
            <a:off x="10717673" y="2561204"/>
            <a:ext cx="7315200" cy="2518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Validaciones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tiempo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real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la base de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micro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este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muestra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ya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encuentra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la base de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disponible o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no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cumple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requisitos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expreciones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regulares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A6BF41B-1B9B-6CE6-3A4B-1A80A5C5CB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1284" y="5480732"/>
            <a:ext cx="7315200" cy="232968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1585F55-4F34-4016-11B2-449B965F9D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1284" y="8053398"/>
            <a:ext cx="7534397" cy="135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3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2D6B-886A-236B-9973-D3B7AB53F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4EEF212-26FB-5B71-E47A-74C4945CD69F}"/>
              </a:ext>
            </a:extLst>
          </p:cNvPr>
          <p:cNvSpPr/>
          <p:nvPr/>
        </p:nvSpPr>
        <p:spPr>
          <a:xfrm flipH="1">
            <a:off x="-1168815" y="2794762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1F1EAF4-83AE-99BE-9AB5-6014378804CB}"/>
              </a:ext>
            </a:extLst>
          </p:cNvPr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1532D1-B32B-C867-E57F-05D11A923883}"/>
              </a:ext>
            </a:extLst>
          </p:cNvPr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BFF7A89-A062-AEDE-77B8-F32FE39989FD}"/>
              </a:ext>
            </a:extLst>
          </p:cNvPr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C04351B-FFA1-5601-9836-1D86C0A83D59}"/>
              </a:ext>
            </a:extLst>
          </p:cNvPr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2C84E65-16D6-66FC-D0C6-D6669FAAC5B1}"/>
              </a:ext>
            </a:extLst>
          </p:cNvPr>
          <p:cNvSpPr/>
          <p:nvPr/>
        </p:nvSpPr>
        <p:spPr>
          <a:xfrm>
            <a:off x="5075870" y="313046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8"/>
                </a:lnTo>
                <a:lnTo>
                  <a:pt x="0" y="1409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B6F337C-D62A-4684-F8F4-665A92024B9D}"/>
              </a:ext>
            </a:extLst>
          </p:cNvPr>
          <p:cNvSpPr txBox="1"/>
          <p:nvPr/>
        </p:nvSpPr>
        <p:spPr>
          <a:xfrm>
            <a:off x="6890497" y="607945"/>
            <a:ext cx="5500573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 i="1">
                <a:solidFill>
                  <a:srgbClr val="FCFEFF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Evidencias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39131D5-1252-D5AF-1B37-F9E6B3711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872" y="2906375"/>
            <a:ext cx="6629400" cy="72408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A57EA58-310D-3DA0-708C-A97131A24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2919248"/>
            <a:ext cx="5645796" cy="7215104"/>
          </a:xfrm>
          <a:prstGeom prst="rect">
            <a:avLst/>
          </a:prstGeom>
        </p:spPr>
      </p:pic>
      <p:sp>
        <p:nvSpPr>
          <p:cNvPr id="19" name="TextBox 8">
            <a:extLst>
              <a:ext uri="{FF2B5EF4-FFF2-40B4-BE49-F238E27FC236}">
                <a16:creationId xmlns:a16="http://schemas.microsoft.com/office/drawing/2014/main" id="{6B98A0DF-BD7F-0C02-0D87-D653604E85CD}"/>
              </a:ext>
            </a:extLst>
          </p:cNvPr>
          <p:cNvSpPr txBox="1"/>
          <p:nvPr/>
        </p:nvSpPr>
        <p:spPr>
          <a:xfrm>
            <a:off x="1390255" y="1984734"/>
            <a:ext cx="11582400" cy="467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Utilizar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funciones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externas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para la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validacion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endParaRPr lang="en-US" sz="2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5284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A1C4D-F7C7-1920-FDBB-CD1235A0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4167EB2-AC8F-16A9-4AC0-51E4E3019BBE}"/>
              </a:ext>
            </a:extLst>
          </p:cNvPr>
          <p:cNvSpPr/>
          <p:nvPr/>
        </p:nvSpPr>
        <p:spPr>
          <a:xfrm flipH="1">
            <a:off x="-1168815" y="2794762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C0F2304-9839-D95D-FF93-04AB755EC6B7}"/>
              </a:ext>
            </a:extLst>
          </p:cNvPr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D86280F-1E3A-CA28-2F0E-24CB5BE9B558}"/>
              </a:ext>
            </a:extLst>
          </p:cNvPr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8105A92-D97E-7B4B-9628-54A3C608BBD9}"/>
              </a:ext>
            </a:extLst>
          </p:cNvPr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75B0450-CCE3-F57B-984A-8F9EE4D64860}"/>
              </a:ext>
            </a:extLst>
          </p:cNvPr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C6847F3-5D95-F1EE-CD80-036D71381DAA}"/>
              </a:ext>
            </a:extLst>
          </p:cNvPr>
          <p:cNvSpPr/>
          <p:nvPr/>
        </p:nvSpPr>
        <p:spPr>
          <a:xfrm>
            <a:off x="5075870" y="313046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8"/>
                </a:lnTo>
                <a:lnTo>
                  <a:pt x="0" y="1409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91630D1-2C70-2BB5-FC10-A8A52D3CC7AF}"/>
              </a:ext>
            </a:extLst>
          </p:cNvPr>
          <p:cNvSpPr txBox="1"/>
          <p:nvPr/>
        </p:nvSpPr>
        <p:spPr>
          <a:xfrm>
            <a:off x="6890497" y="607945"/>
            <a:ext cx="5500573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 i="1">
                <a:solidFill>
                  <a:srgbClr val="FCFEFF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Evidencias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03C35049-4F0F-F627-2A2A-5AC84E369D1C}"/>
              </a:ext>
            </a:extLst>
          </p:cNvPr>
          <p:cNvSpPr txBox="1"/>
          <p:nvPr/>
        </p:nvSpPr>
        <p:spPr>
          <a:xfrm>
            <a:off x="1390255" y="1984734"/>
            <a:ext cx="11582400" cy="980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Creacion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modificacion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dom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mostrando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ultimo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usuario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ingreso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r>
              <a:rPr lang="en-US" sz="2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988E88F-C8AE-0F9D-1475-8D95C638C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515" y="2964810"/>
            <a:ext cx="8163253" cy="678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86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4196550" y="4471862"/>
            <a:ext cx="9894900" cy="2843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conclusión grupal, nos atribuimos distintas secciones durante la mejora de este proyecto, debido a ser extenso y que cada integrante del grupo se desenvuelve mejor en distintos apartados, pero todo concluyendo en un trabajo en equipo eficiente y bien logrado,</a:t>
            </a:r>
          </a:p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grupo se aprendio bastante con los diversos conocimientos de cada integrantes y se mejoro el trabajo en grupo, al hora de divirnos secciones y tener una comunicación clara.</a:t>
            </a: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5727191" y="2895030"/>
            <a:ext cx="4914903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 i="1">
                <a:solidFill>
                  <a:srgbClr val="FCFEFF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315</Words>
  <Application>Microsoft Office PowerPoint</Application>
  <PresentationFormat>Personalizado</PresentationFormat>
  <Paragraphs>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Aileron Bold</vt:lpstr>
      <vt:lpstr>Arial</vt:lpstr>
      <vt:lpstr>Montserrat</vt:lpstr>
      <vt:lpstr>Calibri</vt:lpstr>
      <vt:lpstr>Aileron Bold Italics</vt:lpstr>
      <vt:lpstr>Montserrat Bold</vt:lpstr>
      <vt:lpstr>Aileron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Grey Simple Geometric Research Project Presentation</dc:title>
  <cp:lastModifiedBy>WALTER ALONSO VALENZUELA DURAN</cp:lastModifiedBy>
  <cp:revision>2</cp:revision>
  <dcterms:created xsi:type="dcterms:W3CDTF">2006-08-16T00:00:00Z</dcterms:created>
  <dcterms:modified xsi:type="dcterms:W3CDTF">2026-06-30T16:33:49Z</dcterms:modified>
  <dc:identifier>DAHOD7ynns4</dc:identifier>
</cp:coreProperties>
</file>